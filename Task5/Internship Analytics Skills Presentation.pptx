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sto MT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sto MT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sto MT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sto MT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sto MT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sto MT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sto MT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sto MT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sto M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CECB"/>
          </a:solidFill>
        </a:fill>
      </a:tcStyle>
    </a:wholeTbl>
    <a:band2H>
      <a:tcTxStyle b="def" i="def"/>
      <a:tcStyle>
        <a:tcBdr/>
        <a:fill>
          <a:solidFill>
            <a:srgbClr val="F3E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D8CD"/>
          </a:solidFill>
        </a:fill>
      </a:tcStyle>
    </a:wholeTbl>
    <a:band2H>
      <a:tcTxStyle b="def" i="def"/>
      <a:tcStyle>
        <a:tcBdr/>
        <a:fill>
          <a:solidFill>
            <a:srgbClr val="F3ED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2DED6"/>
          </a:solidFill>
        </a:fill>
      </a:tcStyle>
    </a:wholeTbl>
    <a:band2H>
      <a:tcTxStyle b="def" i="def"/>
      <a:tcStyle>
        <a:tcBdr/>
        <a:fill>
          <a:solidFill>
            <a:srgbClr val="F1EF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0" name="Shape 17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defTabSz="457200" latinLnBrk="0">
      <a:defRPr sz="1200">
        <a:solidFill>
          <a:srgbClr val="FFFFFF"/>
        </a:solidFill>
        <a:latin typeface="+mj-lt"/>
        <a:ea typeface="+mj-ea"/>
        <a:cs typeface="+mj-cs"/>
        <a:sym typeface="Calisto MT"/>
      </a:defRPr>
    </a:lvl1pPr>
    <a:lvl2pPr indent="228600" defTabSz="457200" latinLnBrk="0">
      <a:defRPr sz="1200">
        <a:solidFill>
          <a:srgbClr val="FFFFFF"/>
        </a:solidFill>
        <a:latin typeface="+mj-lt"/>
        <a:ea typeface="+mj-ea"/>
        <a:cs typeface="+mj-cs"/>
        <a:sym typeface="Calisto MT"/>
      </a:defRPr>
    </a:lvl2pPr>
    <a:lvl3pPr indent="457200" defTabSz="457200" latinLnBrk="0">
      <a:defRPr sz="1200">
        <a:solidFill>
          <a:srgbClr val="FFFFFF"/>
        </a:solidFill>
        <a:latin typeface="+mj-lt"/>
        <a:ea typeface="+mj-ea"/>
        <a:cs typeface="+mj-cs"/>
        <a:sym typeface="Calisto MT"/>
      </a:defRPr>
    </a:lvl3pPr>
    <a:lvl4pPr indent="685800" defTabSz="457200" latinLnBrk="0">
      <a:defRPr sz="1200">
        <a:solidFill>
          <a:srgbClr val="FFFFFF"/>
        </a:solidFill>
        <a:latin typeface="+mj-lt"/>
        <a:ea typeface="+mj-ea"/>
        <a:cs typeface="+mj-cs"/>
        <a:sym typeface="Calisto MT"/>
      </a:defRPr>
    </a:lvl4pPr>
    <a:lvl5pPr indent="914400" defTabSz="457200" latinLnBrk="0">
      <a:defRPr sz="1200">
        <a:solidFill>
          <a:srgbClr val="FFFFFF"/>
        </a:solidFill>
        <a:latin typeface="+mj-lt"/>
        <a:ea typeface="+mj-ea"/>
        <a:cs typeface="+mj-cs"/>
        <a:sym typeface="Calisto MT"/>
      </a:defRPr>
    </a:lvl5pPr>
    <a:lvl6pPr indent="1143000" defTabSz="457200" latinLnBrk="0">
      <a:defRPr sz="1200">
        <a:solidFill>
          <a:srgbClr val="FFFFFF"/>
        </a:solidFill>
        <a:latin typeface="+mj-lt"/>
        <a:ea typeface="+mj-ea"/>
        <a:cs typeface="+mj-cs"/>
        <a:sym typeface="Calisto MT"/>
      </a:defRPr>
    </a:lvl6pPr>
    <a:lvl7pPr indent="1371600" defTabSz="457200" latinLnBrk="0">
      <a:defRPr sz="1200">
        <a:solidFill>
          <a:srgbClr val="FFFFFF"/>
        </a:solidFill>
        <a:latin typeface="+mj-lt"/>
        <a:ea typeface="+mj-ea"/>
        <a:cs typeface="+mj-cs"/>
        <a:sym typeface="Calisto MT"/>
      </a:defRPr>
    </a:lvl7pPr>
    <a:lvl8pPr indent="1600200" defTabSz="457200" latinLnBrk="0">
      <a:defRPr sz="1200">
        <a:solidFill>
          <a:srgbClr val="FFFFFF"/>
        </a:solidFill>
        <a:latin typeface="+mj-lt"/>
        <a:ea typeface="+mj-ea"/>
        <a:cs typeface="+mj-cs"/>
        <a:sym typeface="Calisto MT"/>
      </a:defRPr>
    </a:lvl8pPr>
    <a:lvl9pPr indent="1828800" defTabSz="457200" latinLnBrk="0">
      <a:defRPr sz="1200">
        <a:solidFill>
          <a:srgbClr val="FFFFFF"/>
        </a:solidFill>
        <a:latin typeface="+mj-lt"/>
        <a:ea typeface="+mj-ea"/>
        <a:cs typeface="+mj-cs"/>
        <a:sym typeface="Calisto MT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370692" y="1769540"/>
            <a:ext cx="9440035" cy="1828802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0692" y="3598338"/>
            <a:ext cx="9440035" cy="1049868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None/>
              <a:defRPr>
                <a:solidFill>
                  <a:srgbClr val="FFFFFF"/>
                </a:solidFill>
              </a:defRPr>
            </a:lvl1pPr>
            <a:lvl2pPr marL="0" indent="457200" algn="ctr">
              <a:buClrTx/>
              <a:buSzTx/>
              <a:buNone/>
              <a:defRPr>
                <a:solidFill>
                  <a:srgbClr val="FFFFFF"/>
                </a:solidFill>
              </a:defRPr>
            </a:lvl2pPr>
            <a:lvl3pPr marL="0" indent="914400" algn="ctr">
              <a:buClrTx/>
              <a:buSzTx/>
              <a:buNone/>
              <a:defRPr>
                <a:solidFill>
                  <a:srgbClr val="FFFFFF"/>
                </a:solidFill>
              </a:defRPr>
            </a:lvl3pPr>
            <a:lvl4pPr marL="0" indent="1371600" algn="ctr">
              <a:buClrTx/>
              <a:buSzTx/>
              <a:buNone/>
              <a:defRPr>
                <a:solidFill>
                  <a:srgbClr val="FFFFFF"/>
                </a:solidFill>
              </a:defRPr>
            </a:lvl4pPr>
            <a:lvl5pPr marL="0" indent="1828800" algn="ctr">
              <a:buClrTx/>
              <a:buSzTx/>
              <a:buNone/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913794" y="1732448"/>
            <a:ext cx="10353763" cy="4058752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1295400" y="1761066"/>
            <a:ext cx="9590552" cy="1828814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1295400" y="3589878"/>
            <a:ext cx="9590552" cy="1507055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None/>
              <a:defRPr>
                <a:solidFill>
                  <a:srgbClr val="FFFFFF"/>
                </a:solidFill>
              </a:defRPr>
            </a:lvl1pPr>
            <a:lvl2pPr marL="0" indent="457200" algn="ctr">
              <a:buClrTx/>
              <a:buSzTx/>
              <a:buNone/>
              <a:defRPr>
                <a:solidFill>
                  <a:srgbClr val="FFFFFF"/>
                </a:solidFill>
              </a:defRPr>
            </a:lvl2pPr>
            <a:lvl3pPr marL="0" indent="914400" algn="ctr">
              <a:buClrTx/>
              <a:buSzTx/>
              <a:buNone/>
              <a:defRPr>
                <a:solidFill>
                  <a:srgbClr val="FFFFFF"/>
                </a:solidFill>
              </a:defRPr>
            </a:lvl3pPr>
            <a:lvl4pPr marL="0" indent="1371600" algn="ctr">
              <a:buClrTx/>
              <a:buSzTx/>
              <a:buNone/>
              <a:defRPr>
                <a:solidFill>
                  <a:srgbClr val="FFFFFF"/>
                </a:solidFill>
              </a:defRPr>
            </a:lvl4pPr>
            <a:lvl5pPr marL="0" indent="1828800" algn="ctr">
              <a:buClrTx/>
              <a:buSzTx/>
              <a:buNone/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913794" y="1732448"/>
            <a:ext cx="5060498" cy="405875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9" descr="Picture 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3794" y="1734505"/>
            <a:ext cx="5089073" cy="41487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Picture 20" descr="Picture 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78484" y="1734505"/>
            <a:ext cx="5089073" cy="414877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0" name="Body Level One…"/>
          <p:cNvSpPr txBox="1"/>
          <p:nvPr>
            <p:ph type="body" sz="quarter" idx="1"/>
          </p:nvPr>
        </p:nvSpPr>
        <p:spPr>
          <a:xfrm>
            <a:off x="1005872" y="1835254"/>
            <a:ext cx="4876344" cy="544885"/>
          </a:xfrm>
          <a:prstGeom prst="rect">
            <a:avLst/>
          </a:prstGeom>
        </p:spPr>
        <p:txBody>
          <a:bodyPr anchor="b"/>
          <a:lstStyle>
            <a:lvl1pPr marL="0" indent="0" algn="ctr">
              <a:buClrTx/>
              <a:buSzTx/>
              <a:buNone/>
              <a:defRPr sz="2400"/>
            </a:lvl1pPr>
            <a:lvl2pPr marL="0" indent="457200" algn="ctr">
              <a:buClrTx/>
              <a:buSzTx/>
              <a:buNone/>
              <a:defRPr sz="2400"/>
            </a:lvl2pPr>
            <a:lvl3pPr marL="0" indent="914400" algn="ctr">
              <a:buClrTx/>
              <a:buSzTx/>
              <a:buNone/>
              <a:defRPr sz="2400"/>
            </a:lvl3pPr>
            <a:lvl4pPr marL="0" indent="1371600" algn="ctr">
              <a:buClrTx/>
              <a:buSzTx/>
              <a:buNone/>
              <a:defRPr sz="2400"/>
            </a:lvl4pPr>
            <a:lvl5pPr marL="0" indent="1828800" algn="ctr">
              <a:buClrTx/>
              <a:buSz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Text Placeholder 4"/>
          <p:cNvSpPr/>
          <p:nvPr>
            <p:ph type="body" sz="quarter" idx="21"/>
          </p:nvPr>
        </p:nvSpPr>
        <p:spPr>
          <a:xfrm>
            <a:off x="6294966" y="1835254"/>
            <a:ext cx="4895332" cy="544884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buClrTx/>
              <a:buSzTx/>
              <a:buNone/>
              <a:defRPr sz="2400"/>
            </a:pPr>
          </a:p>
        </p:txBody>
      </p:sp>
      <p:sp>
        <p:nvSpPr>
          <p:cNvPr id="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Text"/>
          <p:cNvSpPr txBox="1"/>
          <p:nvPr>
            <p:ph type="title"/>
          </p:nvPr>
        </p:nvSpPr>
        <p:spPr>
          <a:xfrm>
            <a:off x="913794" y="609600"/>
            <a:ext cx="3706890" cy="1821919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75" name="Body Level One…"/>
          <p:cNvSpPr txBox="1"/>
          <p:nvPr>
            <p:ph type="body" sz="half" idx="1"/>
          </p:nvPr>
        </p:nvSpPr>
        <p:spPr>
          <a:xfrm>
            <a:off x="4855633" y="609600"/>
            <a:ext cx="6411925" cy="5181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Text Placeholder 3"/>
          <p:cNvSpPr/>
          <p:nvPr>
            <p:ph type="body" sz="quarter" idx="21"/>
          </p:nvPr>
        </p:nvSpPr>
        <p:spPr>
          <a:xfrm>
            <a:off x="913794" y="2431518"/>
            <a:ext cx="3706890" cy="3359682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600"/>
            </a:pP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21" descr="Picture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93664" y="609600"/>
            <a:ext cx="3584167" cy="5204832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itle Text"/>
          <p:cNvSpPr txBox="1"/>
          <p:nvPr>
            <p:ph type="title"/>
          </p:nvPr>
        </p:nvSpPr>
        <p:spPr>
          <a:xfrm>
            <a:off x="913794" y="609922"/>
            <a:ext cx="5934950" cy="182933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6" name="Picture Placeholder 2"/>
          <p:cNvSpPr/>
          <p:nvPr>
            <p:ph type="pic" sz="quarter" idx="21"/>
          </p:nvPr>
        </p:nvSpPr>
        <p:spPr>
          <a:xfrm>
            <a:off x="7442551" y="763701"/>
            <a:ext cx="3275751" cy="4912823"/>
          </a:xfrm>
          <a:prstGeom prst="rect">
            <a:avLst/>
          </a:prstGeom>
          <a:effectLst>
            <a:outerShdw sx="100000" sy="100000" kx="0" ky="0" algn="b" rotWithShape="0" blurRad="38100" dist="25400" dir="4440000">
              <a:srgbClr val="000000">
                <a:alpha val="36000"/>
              </a:srgbClr>
            </a:outerShdw>
          </a:effectLst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7" name="Body Level One…"/>
          <p:cNvSpPr txBox="1"/>
          <p:nvPr>
            <p:ph type="body" sz="half" idx="1"/>
          </p:nvPr>
        </p:nvSpPr>
        <p:spPr>
          <a:xfrm>
            <a:off x="913794" y="2439260"/>
            <a:ext cx="5934950" cy="3376135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None/>
              <a:defRPr sz="1600"/>
            </a:lvl1pPr>
            <a:lvl2pPr marL="0" indent="457200" algn="ctr">
              <a:buClrTx/>
              <a:buSzTx/>
              <a:buNone/>
              <a:defRPr sz="1600"/>
            </a:lvl2pPr>
            <a:lvl3pPr marL="0" indent="914400" algn="ctr">
              <a:buClrTx/>
              <a:buSzTx/>
              <a:buNone/>
              <a:defRPr sz="1600"/>
            </a:lvl3pPr>
            <a:lvl4pPr marL="0" indent="1371600" algn="ctr">
              <a:buClrTx/>
              <a:buSzTx/>
              <a:buNone/>
              <a:defRPr sz="1600"/>
            </a:lvl4pPr>
            <a:lvl5pPr marL="0" indent="1828800" algn="ctr">
              <a:buClrTx/>
              <a:buSz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15" descr="Picture 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3882" y="547807"/>
            <a:ext cx="10141800" cy="381680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itle Text"/>
          <p:cNvSpPr txBox="1"/>
          <p:nvPr>
            <p:ph type="title"/>
          </p:nvPr>
        </p:nvSpPr>
        <p:spPr>
          <a:xfrm>
            <a:off x="913806" y="4565255"/>
            <a:ext cx="10355327" cy="543473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pPr/>
            <a:r>
              <a:t>Title Text</a:t>
            </a:r>
          </a:p>
        </p:txBody>
      </p:sp>
      <p:sp>
        <p:nvSpPr>
          <p:cNvPr id="97" name="Picture Placeholder 2"/>
          <p:cNvSpPr/>
          <p:nvPr>
            <p:ph type="pic" idx="21"/>
          </p:nvPr>
        </p:nvSpPr>
        <p:spPr>
          <a:xfrm>
            <a:off x="1169348" y="695008"/>
            <a:ext cx="9845348" cy="3525672"/>
          </a:xfrm>
          <a:prstGeom prst="rect">
            <a:avLst/>
          </a:prstGeom>
          <a:effectLst>
            <a:outerShdw sx="100000" sy="100000" kx="0" ky="0" algn="b" rotWithShape="0" blurRad="38100" dist="25400" dir="4440000">
              <a:srgbClr val="000000">
                <a:alpha val="36000"/>
              </a:srgbClr>
            </a:outerShdw>
          </a:effectLst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98" name="Body Level One…"/>
          <p:cNvSpPr txBox="1"/>
          <p:nvPr>
            <p:ph type="body" sz="quarter" idx="1"/>
          </p:nvPr>
        </p:nvSpPr>
        <p:spPr>
          <a:xfrm>
            <a:off x="913794" y="5108728"/>
            <a:ext cx="10353763" cy="682473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None/>
              <a:defRPr sz="1600"/>
            </a:lvl1pPr>
            <a:lvl2pPr marL="0" indent="457200" algn="ctr">
              <a:buClrTx/>
              <a:buSzTx/>
              <a:buNone/>
              <a:defRPr sz="1600"/>
            </a:lvl2pPr>
            <a:lvl3pPr marL="0" indent="914400" algn="ctr">
              <a:buClrTx/>
              <a:buSzTx/>
              <a:buNone/>
              <a:defRPr sz="1600"/>
            </a:lvl3pPr>
            <a:lvl4pPr marL="0" indent="1371600" algn="ctr">
              <a:buClrTx/>
              <a:buSzTx/>
              <a:buNone/>
              <a:defRPr sz="1600"/>
            </a:lvl4pPr>
            <a:lvl5pPr marL="0" indent="1828800" algn="ctr">
              <a:buClrTx/>
              <a:buSz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Text"/>
          <p:cNvSpPr txBox="1"/>
          <p:nvPr>
            <p:ph type="title"/>
          </p:nvPr>
        </p:nvSpPr>
        <p:spPr>
          <a:xfrm>
            <a:off x="913794" y="608436"/>
            <a:ext cx="10353763" cy="353434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07" name="Body Level One…"/>
          <p:cNvSpPr txBox="1"/>
          <p:nvPr>
            <p:ph type="body" sz="quarter" idx="1"/>
          </p:nvPr>
        </p:nvSpPr>
        <p:spPr>
          <a:xfrm>
            <a:off x="913794" y="4295180"/>
            <a:ext cx="10353764" cy="1501827"/>
          </a:xfrm>
          <a:prstGeom prst="rect">
            <a:avLst/>
          </a:prstGeom>
        </p:spPr>
        <p:txBody>
          <a:bodyPr anchor="ctr"/>
          <a:lstStyle>
            <a:lvl1pPr marL="0" indent="0" algn="ctr">
              <a:buClrTx/>
              <a:buSzTx/>
              <a:buNone/>
              <a:defRPr sz="1600"/>
            </a:lvl1pPr>
            <a:lvl2pPr marL="0" indent="457200" algn="ctr">
              <a:buClrTx/>
              <a:buSzTx/>
              <a:buNone/>
              <a:defRPr sz="1600"/>
            </a:lvl2pPr>
            <a:lvl3pPr marL="0" indent="914400" algn="ctr">
              <a:buClrTx/>
              <a:buSzTx/>
              <a:buNone/>
              <a:defRPr sz="1600"/>
            </a:lvl3pPr>
            <a:lvl4pPr marL="0" indent="1371600" algn="ctr">
              <a:buClrTx/>
              <a:buSzTx/>
              <a:buNone/>
              <a:defRPr sz="1600"/>
            </a:lvl4pPr>
            <a:lvl5pPr marL="0" indent="1828800" algn="ctr">
              <a:buClrTx/>
              <a:buSz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/>
          <p:nvPr>
            <p:ph type="title"/>
          </p:nvPr>
        </p:nvSpPr>
        <p:spPr>
          <a:xfrm>
            <a:off x="1446212" y="609600"/>
            <a:ext cx="9302753" cy="299290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16" name="Body Level One…"/>
          <p:cNvSpPr txBox="1"/>
          <p:nvPr>
            <p:ph type="body" sz="quarter" idx="1"/>
          </p:nvPr>
        </p:nvSpPr>
        <p:spPr>
          <a:xfrm>
            <a:off x="1720644" y="3610031"/>
            <a:ext cx="8752300" cy="532750"/>
          </a:xfrm>
          <a:prstGeom prst="rect">
            <a:avLst/>
          </a:prstGeom>
        </p:spPr>
        <p:txBody>
          <a:bodyPr/>
          <a:lstStyle>
            <a:lvl1pPr marL="0" indent="0" algn="r">
              <a:buClrTx/>
              <a:buSzTx/>
              <a:buNone/>
              <a:defRPr sz="1400"/>
            </a:lvl1pPr>
            <a:lvl2pPr marL="0" indent="457200" algn="r">
              <a:buClrTx/>
              <a:buSzTx/>
              <a:buNone/>
              <a:defRPr sz="1400"/>
            </a:lvl2pPr>
            <a:lvl3pPr marL="0" indent="914400" algn="r">
              <a:buClrTx/>
              <a:buSzTx/>
              <a:buNone/>
              <a:defRPr sz="1400"/>
            </a:lvl3pPr>
            <a:lvl4pPr marL="0" indent="1371600" algn="r">
              <a:buClrTx/>
              <a:buSzTx/>
              <a:buNone/>
              <a:defRPr sz="1400"/>
            </a:lvl4pPr>
            <a:lvl5pPr marL="0" indent="1828800" algn="r">
              <a:buClrTx/>
              <a:buSz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Text Placeholder 3"/>
          <p:cNvSpPr/>
          <p:nvPr>
            <p:ph type="body" sz="quarter" idx="21"/>
          </p:nvPr>
        </p:nvSpPr>
        <p:spPr>
          <a:xfrm>
            <a:off x="913793" y="4304353"/>
            <a:ext cx="10353765" cy="1489497"/>
          </a:xfrm>
          <a:prstGeom prst="rect">
            <a:avLst/>
          </a:prstGeom>
        </p:spPr>
        <p:txBody>
          <a:bodyPr anchor="ctr"/>
          <a:lstStyle/>
          <a:p>
            <a:pPr marL="0" indent="0" algn="ctr">
              <a:buClrTx/>
              <a:buSzTx/>
              <a:buNone/>
              <a:defRPr sz="1600"/>
            </a:pPr>
          </a:p>
        </p:txBody>
      </p:sp>
      <p:sp>
        <p:nvSpPr>
          <p:cNvPr id="118" name="TextBox 10"/>
          <p:cNvSpPr txBox="1"/>
          <p:nvPr/>
        </p:nvSpPr>
        <p:spPr>
          <a:xfrm>
            <a:off x="1036319" y="521863"/>
            <a:ext cx="518162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cap="all" sz="8000">
                <a:solidFill>
                  <a:srgbClr val="FFFFFF"/>
                </a:solidFill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119" name="TextBox 12"/>
          <p:cNvSpPr txBox="1"/>
          <p:nvPr/>
        </p:nvSpPr>
        <p:spPr>
          <a:xfrm>
            <a:off x="10550436" y="2565326"/>
            <a:ext cx="518161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cap="all" sz="8000">
                <a:solidFill>
                  <a:srgbClr val="FFFFFF"/>
                </a:solidFill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Text"/>
          <p:cNvSpPr txBox="1"/>
          <p:nvPr>
            <p:ph type="title"/>
          </p:nvPr>
        </p:nvSpPr>
        <p:spPr>
          <a:xfrm>
            <a:off x="913794" y="2126942"/>
            <a:ext cx="10353764" cy="251183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28" name="Body Level One…"/>
          <p:cNvSpPr txBox="1"/>
          <p:nvPr>
            <p:ph type="body" sz="quarter" idx="1"/>
          </p:nvPr>
        </p:nvSpPr>
        <p:spPr>
          <a:xfrm>
            <a:off x="913783" y="4650556"/>
            <a:ext cx="10352201" cy="1140645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None/>
              <a:defRPr sz="1600"/>
            </a:lvl1pPr>
            <a:lvl2pPr marL="0" indent="457200" algn="ctr">
              <a:buClrTx/>
              <a:buSzTx/>
              <a:buNone/>
              <a:defRPr sz="1600"/>
            </a:lvl2pPr>
            <a:lvl3pPr marL="0" indent="914400" algn="ctr">
              <a:buClrTx/>
              <a:buSzTx/>
              <a:buNone/>
              <a:defRPr sz="1600"/>
            </a:lvl3pPr>
            <a:lvl4pPr marL="0" indent="1371600" algn="ctr">
              <a:buClrTx/>
              <a:buSzTx/>
              <a:buNone/>
              <a:defRPr sz="1600"/>
            </a:lvl4pPr>
            <a:lvl5pPr marL="0" indent="1828800" algn="ctr">
              <a:buClrTx/>
              <a:buSz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7" name="Body Level One…"/>
          <p:cNvSpPr txBox="1"/>
          <p:nvPr>
            <p:ph type="body" sz="quarter" idx="1"/>
          </p:nvPr>
        </p:nvSpPr>
        <p:spPr>
          <a:xfrm>
            <a:off x="913794" y="1885950"/>
            <a:ext cx="3300986" cy="576263"/>
          </a:xfrm>
          <a:prstGeom prst="rect">
            <a:avLst/>
          </a:prstGeom>
        </p:spPr>
        <p:txBody>
          <a:bodyPr anchor="b"/>
          <a:lstStyle>
            <a:lvl1pPr marL="0" indent="0" algn="ctr">
              <a:buClrTx/>
              <a:buSz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ClrTx/>
              <a:buSz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ClrTx/>
              <a:buSz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ClrTx/>
              <a:buSz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ClrTx/>
              <a:buSz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Text Placeholder 3"/>
          <p:cNvSpPr/>
          <p:nvPr>
            <p:ph type="body" sz="quarter" idx="21"/>
          </p:nvPr>
        </p:nvSpPr>
        <p:spPr>
          <a:xfrm>
            <a:off x="913794" y="2571750"/>
            <a:ext cx="3300986" cy="3219450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400"/>
            </a:pPr>
          </a:p>
        </p:txBody>
      </p:sp>
      <p:sp>
        <p:nvSpPr>
          <p:cNvPr id="139" name="Text Placeholder 4"/>
          <p:cNvSpPr/>
          <p:nvPr>
            <p:ph type="body" sz="quarter" idx="22"/>
          </p:nvPr>
        </p:nvSpPr>
        <p:spPr>
          <a:xfrm>
            <a:off x="4446711" y="1885949"/>
            <a:ext cx="3300985" cy="576264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buClrTx/>
              <a:buSzTx/>
              <a:buNone/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0" name="Text Placeholder 3"/>
          <p:cNvSpPr/>
          <p:nvPr>
            <p:ph type="body" sz="quarter" idx="23"/>
          </p:nvPr>
        </p:nvSpPr>
        <p:spPr>
          <a:xfrm>
            <a:off x="4441435" y="2571750"/>
            <a:ext cx="3300985" cy="3219450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400"/>
            </a:pPr>
          </a:p>
        </p:txBody>
      </p:sp>
      <p:sp>
        <p:nvSpPr>
          <p:cNvPr id="141" name="Text Placeholder 4"/>
          <p:cNvSpPr/>
          <p:nvPr>
            <p:ph type="body" sz="quarter" idx="24"/>
          </p:nvPr>
        </p:nvSpPr>
        <p:spPr>
          <a:xfrm>
            <a:off x="7966571" y="1885949"/>
            <a:ext cx="3300985" cy="576264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buClrTx/>
              <a:buSzTx/>
              <a:buNone/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2" name="Text Placeholder 3"/>
          <p:cNvSpPr/>
          <p:nvPr>
            <p:ph type="body" sz="quarter" idx="25"/>
          </p:nvPr>
        </p:nvSpPr>
        <p:spPr>
          <a:xfrm>
            <a:off x="7966571" y="2571750"/>
            <a:ext cx="3300985" cy="3219450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400"/>
            </a:pPr>
          </a:p>
        </p:txBody>
      </p:sp>
      <p:sp>
        <p:nvSpPr>
          <p:cNvPr id="1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7961" y="1818214"/>
            <a:ext cx="3339974" cy="1847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Picture 35" descr="Picture 3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03800" y="1818214"/>
            <a:ext cx="3339973" cy="1847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Picture 36" descr="Picture 3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36051" y="1818214"/>
            <a:ext cx="3339973" cy="1847851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Title Text"/>
          <p:cNvSpPr txBox="1"/>
          <p:nvPr>
            <p:ph type="title"/>
          </p:nvPr>
        </p:nvSpPr>
        <p:spPr>
          <a:xfrm>
            <a:off x="913794" y="609600"/>
            <a:ext cx="10353764" cy="97045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54" name="Body Level One…"/>
          <p:cNvSpPr txBox="1"/>
          <p:nvPr>
            <p:ph type="body" sz="quarter" idx="1"/>
          </p:nvPr>
        </p:nvSpPr>
        <p:spPr>
          <a:xfrm>
            <a:off x="913794" y="3904105"/>
            <a:ext cx="3300986" cy="576263"/>
          </a:xfrm>
          <a:prstGeom prst="rect">
            <a:avLst/>
          </a:prstGeom>
        </p:spPr>
        <p:txBody>
          <a:bodyPr anchor="b"/>
          <a:lstStyle>
            <a:lvl1pPr marL="0" indent="0" algn="ctr">
              <a:buClrTx/>
              <a:buSzTx/>
              <a:buNone/>
              <a:defRPr>
                <a:solidFill>
                  <a:srgbClr val="FFFFFF"/>
                </a:solidFill>
              </a:defRPr>
            </a:lvl1pPr>
            <a:lvl2pPr marL="0" indent="457200" algn="ctr">
              <a:buClrTx/>
              <a:buSzTx/>
              <a:buNone/>
              <a:defRPr>
                <a:solidFill>
                  <a:srgbClr val="FFFFFF"/>
                </a:solidFill>
              </a:defRPr>
            </a:lvl2pPr>
            <a:lvl3pPr marL="0" indent="914400" algn="ctr">
              <a:buClrTx/>
              <a:buSzTx/>
              <a:buNone/>
              <a:defRPr>
                <a:solidFill>
                  <a:srgbClr val="FFFFFF"/>
                </a:solidFill>
              </a:defRPr>
            </a:lvl3pPr>
            <a:lvl4pPr marL="0" indent="1371600" algn="ctr">
              <a:buClrTx/>
              <a:buSzTx/>
              <a:buNone/>
              <a:defRPr>
                <a:solidFill>
                  <a:srgbClr val="FFFFFF"/>
                </a:solidFill>
              </a:defRPr>
            </a:lvl4pPr>
            <a:lvl5pPr marL="0" indent="1828800" algn="ctr">
              <a:buClrTx/>
              <a:buSzTx/>
              <a:buNone/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Picture Placeholder 2"/>
          <p:cNvSpPr/>
          <p:nvPr>
            <p:ph type="pic" sz="quarter" idx="21"/>
          </p:nvPr>
        </p:nvSpPr>
        <p:spPr>
          <a:xfrm>
            <a:off x="1018101" y="1938918"/>
            <a:ext cx="3092370" cy="1602955"/>
          </a:xfrm>
          <a:prstGeom prst="rect">
            <a:avLst/>
          </a:prstGeom>
          <a:effectLst>
            <a:outerShdw sx="100000" sy="100000" kx="0" ky="0" algn="b" rotWithShape="0" blurRad="38100" dist="25400" dir="4440000">
              <a:srgbClr val="000000">
                <a:alpha val="36000"/>
              </a:srgbClr>
            </a:outerShdw>
          </a:effectLst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56" name="Text Placeholder 3"/>
          <p:cNvSpPr/>
          <p:nvPr>
            <p:ph type="body" sz="quarter" idx="22"/>
          </p:nvPr>
        </p:nvSpPr>
        <p:spPr>
          <a:xfrm>
            <a:off x="913794" y="4480368"/>
            <a:ext cx="3300986" cy="1310833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400"/>
            </a:pPr>
          </a:p>
        </p:txBody>
      </p:sp>
      <p:sp>
        <p:nvSpPr>
          <p:cNvPr id="157" name="Text Placeholder 4"/>
          <p:cNvSpPr/>
          <p:nvPr>
            <p:ph type="body" sz="quarter" idx="23"/>
          </p:nvPr>
        </p:nvSpPr>
        <p:spPr>
          <a:xfrm>
            <a:off x="4442788" y="3904105"/>
            <a:ext cx="3300985" cy="576263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buClrTx/>
              <a:buSzTx/>
              <a:buNone/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Picture Placeholder 2"/>
          <p:cNvSpPr/>
          <p:nvPr>
            <p:ph type="pic" sz="quarter" idx="24"/>
          </p:nvPr>
        </p:nvSpPr>
        <p:spPr>
          <a:xfrm>
            <a:off x="4545743" y="1939094"/>
            <a:ext cx="3092369" cy="1608165"/>
          </a:xfrm>
          <a:prstGeom prst="rect">
            <a:avLst/>
          </a:prstGeom>
          <a:effectLst>
            <a:outerShdw sx="100000" sy="100000" kx="0" ky="0" algn="b" rotWithShape="0" blurRad="38100" dist="25400" dir="4440000">
              <a:srgbClr val="000000">
                <a:alpha val="36000"/>
              </a:srgbClr>
            </a:outerShdw>
          </a:effectLst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59" name="Text Placeholder 3"/>
          <p:cNvSpPr/>
          <p:nvPr>
            <p:ph type="body" sz="quarter" idx="25"/>
          </p:nvPr>
        </p:nvSpPr>
        <p:spPr>
          <a:xfrm>
            <a:off x="4441435" y="4480366"/>
            <a:ext cx="3300985" cy="1310834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400"/>
            </a:pPr>
          </a:p>
        </p:txBody>
      </p:sp>
      <p:sp>
        <p:nvSpPr>
          <p:cNvPr id="160" name="Text Placeholder 4"/>
          <p:cNvSpPr/>
          <p:nvPr>
            <p:ph type="body" sz="quarter" idx="26"/>
          </p:nvPr>
        </p:nvSpPr>
        <p:spPr>
          <a:xfrm>
            <a:off x="7966696" y="3904105"/>
            <a:ext cx="3300985" cy="576263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buClrTx/>
              <a:buSzTx/>
              <a:buNone/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Picture Placeholder 2"/>
          <p:cNvSpPr/>
          <p:nvPr>
            <p:ph type="pic" sz="quarter" idx="27"/>
          </p:nvPr>
        </p:nvSpPr>
        <p:spPr>
          <a:xfrm>
            <a:off x="8075697" y="1934431"/>
            <a:ext cx="3092369" cy="1607295"/>
          </a:xfrm>
          <a:prstGeom prst="rect">
            <a:avLst/>
          </a:prstGeom>
          <a:effectLst>
            <a:outerShdw sx="100000" sy="100000" kx="0" ky="0" algn="b" rotWithShape="0" blurRad="38100" dist="25400" dir="4440000">
              <a:srgbClr val="000000">
                <a:alpha val="36000"/>
              </a:srgbClr>
            </a:outerShdw>
          </a:effectLst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62" name="Text Placeholder 3"/>
          <p:cNvSpPr/>
          <p:nvPr>
            <p:ph type="body" sz="quarter" idx="28"/>
          </p:nvPr>
        </p:nvSpPr>
        <p:spPr>
          <a:xfrm>
            <a:off x="7966571" y="4480364"/>
            <a:ext cx="3300985" cy="1310836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400"/>
            </a:pPr>
          </a:p>
        </p:txBody>
      </p:sp>
      <p:sp>
        <p:nvSpPr>
          <p:cNvPr id="1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3794" y="609600"/>
            <a:ext cx="10353763" cy="97045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5400" dist="0" dir="17880000">
              <a:srgbClr val="000000">
                <a:alpha val="46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5400" dist="0" dir="17880000">
              <a:srgbClr val="000000">
                <a:alpha val="46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36415" y="5937567"/>
            <a:ext cx="231141" cy="2565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000">
                <a:solidFill>
                  <a:srgbClr val="F2F2F2"/>
                </a:solidFill>
                <a:effectLst>
                  <a:outerShdw sx="100000" sy="100000" kx="0" ky="0" algn="b" rotWithShape="0" blurRad="50800" dist="38100" dir="2700000">
                    <a:srgbClr val="000000">
                      <a:alpha val="43000"/>
                    </a:srgbClr>
                  </a:outerShdw>
                </a:effectLst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9pPr>
    </p:titleStyle>
    <p:bodyStyle>
      <a:lvl1pPr marL="342900" marR="0" indent="-305999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"/>
        <a:tabLst/>
        <a:defRPr b="0" baseline="0" cap="none" i="0" spc="0" strike="noStrike" sz="2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1pPr>
      <a:lvl2pPr marL="749999" marR="0" indent="-299999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"/>
        <a:tabLst/>
        <a:defRPr b="0" baseline="0" cap="none" i="0" spc="0" strike="noStrike" sz="2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2pPr>
      <a:lvl3pPr marL="1079999" marR="0" indent="-269999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"/>
        <a:tabLst/>
        <a:defRPr b="0" baseline="0" cap="none" i="0" spc="0" strike="noStrike" sz="2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3pPr>
      <a:lvl4pPr marL="1478571" marR="0" indent="-308571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"/>
        <a:tabLst/>
        <a:defRPr b="0" baseline="0" cap="none" i="0" spc="0" strike="noStrike" sz="2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4pPr>
      <a:lvl5pPr marL="1766571" marR="0" indent="-308571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"/>
        <a:tabLst/>
        <a:defRPr b="0" baseline="0" cap="none" i="0" spc="0" strike="noStrike" sz="2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5pPr>
      <a:lvl6pPr marL="2112571" marR="0" indent="-326571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"/>
        <a:tabLst/>
        <a:defRPr b="0" baseline="0" cap="none" i="0" spc="0" strike="noStrike" sz="2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6pPr>
      <a:lvl7pPr marL="2499771" marR="0" indent="-326571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"/>
        <a:tabLst/>
        <a:defRPr b="0" baseline="0" cap="none" i="0" spc="0" strike="noStrike" sz="2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7pPr>
      <a:lvl8pPr marL="2886971" marR="0" indent="-326571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"/>
        <a:tabLst/>
        <a:defRPr b="0" baseline="0" cap="none" i="0" spc="0" strike="noStrike" sz="2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8pPr>
      <a:lvl9pPr marL="3204171" marR="0" indent="-326571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"/>
        <a:tabLst/>
        <a:defRPr b="0" baseline="0" cap="none" i="0" spc="0" strike="noStrike" sz="2000" u="none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sx="100000" sy="100000" kx="0" ky="0" algn="b" rotWithShape="0" blurRad="12700" dist="25400" dir="1464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Calisto MT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effectLst>
            <a:outerShdw sx="100000" sy="100000" kx="0" ky="0" algn="b" rotWithShape="0" blurRad="50800" dist="38100" dir="270000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effectLst>
            <a:outerShdw sx="100000" sy="100000" kx="0" ky="0" algn="b" rotWithShape="0" blurRad="50800" dist="38100" dir="270000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effectLst>
            <a:outerShdw sx="100000" sy="100000" kx="0" ky="0" algn="b" rotWithShape="0" blurRad="50800" dist="38100" dir="270000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effectLst>
            <a:outerShdw sx="100000" sy="100000" kx="0" ky="0" algn="b" rotWithShape="0" blurRad="50800" dist="38100" dir="270000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effectLst>
            <a:outerShdw sx="100000" sy="100000" kx="0" ky="0" algn="b" rotWithShape="0" blurRad="50800" dist="38100" dir="270000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effectLst>
            <a:outerShdw sx="100000" sy="100000" kx="0" ky="0" algn="b" rotWithShape="0" blurRad="50800" dist="38100" dir="270000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effectLst>
            <a:outerShdw sx="100000" sy="100000" kx="0" ky="0" algn="b" rotWithShape="0" blurRad="50800" dist="38100" dir="270000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effectLst>
            <a:outerShdw sx="100000" sy="100000" kx="0" ky="0" algn="b" rotWithShape="0" blurRad="50800" dist="38100" dir="270000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effectLst>
            <a:outerShdw sx="100000" sy="100000" kx="0" ky="0" algn="b" rotWithShape="0" blurRad="50800" dist="38100" dir="270000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3"/>
          <p:cNvSpPr txBox="1"/>
          <p:nvPr/>
        </p:nvSpPr>
        <p:spPr>
          <a:xfrm>
            <a:off x="1481231" y="2389239"/>
            <a:ext cx="9524508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DATA ANALYTICS INTERNSHIP PORTFOLIO</a:t>
            </a:r>
          </a:p>
        </p:txBody>
      </p:sp>
      <p:sp>
        <p:nvSpPr>
          <p:cNvPr id="173" name="TextBox 4"/>
          <p:cNvSpPr txBox="1"/>
          <p:nvPr/>
        </p:nvSpPr>
        <p:spPr>
          <a:xfrm>
            <a:off x="7233100" y="5122605"/>
            <a:ext cx="4775528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APEX PLANET SOFTWARE PVT.LTD</a:t>
            </a:r>
          </a:p>
        </p:txBody>
      </p:sp>
      <p:sp>
        <p:nvSpPr>
          <p:cNvPr id="174" name="TextBox 5"/>
          <p:cNvSpPr txBox="1"/>
          <p:nvPr/>
        </p:nvSpPr>
        <p:spPr>
          <a:xfrm>
            <a:off x="7754209" y="5872005"/>
            <a:ext cx="4165929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Karanamreddi Chiruhasan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 txBox="1"/>
          <p:nvPr/>
        </p:nvSpPr>
        <p:spPr>
          <a:xfrm>
            <a:off x="655319" y="442452"/>
            <a:ext cx="3743143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INTERNSHIP  OVERVIEW :</a:t>
            </a:r>
          </a:p>
        </p:txBody>
      </p:sp>
      <p:sp>
        <p:nvSpPr>
          <p:cNvPr id="177" name="TextBox 2"/>
          <p:cNvSpPr txBox="1"/>
          <p:nvPr/>
        </p:nvSpPr>
        <p:spPr>
          <a:xfrm>
            <a:off x="753643" y="1656954"/>
            <a:ext cx="10812535" cy="418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The internship focused on developing essential analytical skills including </a:t>
            </a:r>
            <a:r>
              <a:rPr b="1"/>
              <a:t>data preprocessing, exploratory data analysis, dashboard development, statistical testing, and data storytelling</a:t>
            </a:r>
            <a:r>
              <a:t>.</a:t>
            </a:r>
            <a:br/>
            <a:br/>
            <a:r>
              <a:t>Throughout the internship, I completed multiple tasks that involved working with real datasets, identifying business problems, performing detailed data analysis, and presenting insights that support </a:t>
            </a:r>
            <a:r>
              <a:rPr b="1"/>
              <a:t>data-driven decision making</a:t>
            </a:r>
            <a:r>
              <a:t>.</a:t>
            </a:r>
            <a:br/>
            <a:br/>
            <a:r>
              <a:t>The projects covered different stages of the analytics pipeline, including:</a:t>
            </a:r>
            <a:br/>
          </a:p>
          <a:p>
            <a:pPr>
              <a:defRPr>
                <a:solidFill>
                  <a:srgbClr val="FFFFFF"/>
                </a:solidFill>
              </a:defRPr>
            </a:pPr>
            <a:r>
              <a:t>• </a:t>
            </a:r>
            <a:r>
              <a:rPr b="1"/>
              <a:t>Data Cleaning &amp; Preparation</a:t>
            </a:r>
            <a:r>
              <a:t> – Preparing raw datasets for analysis</a:t>
            </a:r>
            <a:br/>
            <a:r>
              <a:t>• </a:t>
            </a:r>
            <a:r>
              <a:rPr b="1"/>
              <a:t>Exploratory Data Analysis (EDA)</a:t>
            </a:r>
            <a:r>
              <a:t> – Discovering patterns and trends in data</a:t>
            </a:r>
            <a:br/>
            <a:r>
              <a:t>• </a:t>
            </a:r>
            <a:r>
              <a:rPr b="1"/>
              <a:t>Business Intelligence &amp; Dashboarding</a:t>
            </a:r>
            <a:r>
              <a:t> – Visualizing insights using Power BI</a:t>
            </a:r>
            <a:br/>
            <a:r>
              <a:t>• </a:t>
            </a:r>
            <a:r>
              <a:rPr b="1"/>
              <a:t>Statistical Analysis &amp; A/B Testing</a:t>
            </a:r>
            <a:r>
              <a:t> – Validating business experiments using hypothesis testing</a:t>
            </a:r>
            <a:br/>
            <a:r>
              <a:t>• </a:t>
            </a:r>
            <a:r>
              <a:rPr b="1"/>
              <a:t>Data Storytelling</a:t>
            </a:r>
            <a:r>
              <a:t> – Communicating analytical insights in a clear and structured manner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1"/>
          <p:cNvSpPr txBox="1"/>
          <p:nvPr/>
        </p:nvSpPr>
        <p:spPr>
          <a:xfrm>
            <a:off x="311191" y="216310"/>
            <a:ext cx="3497334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Task – 1 Summary :</a:t>
            </a:r>
          </a:p>
        </p:txBody>
      </p:sp>
      <p:sp>
        <p:nvSpPr>
          <p:cNvPr id="180" name="TextBox 2"/>
          <p:cNvSpPr txBox="1"/>
          <p:nvPr/>
        </p:nvSpPr>
        <p:spPr>
          <a:xfrm>
            <a:off x="3899964" y="806245"/>
            <a:ext cx="2789414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Data Cleaning &amp; analysis</a:t>
            </a:r>
          </a:p>
        </p:txBody>
      </p:sp>
      <p:sp>
        <p:nvSpPr>
          <p:cNvPr id="181" name="TextBox 3"/>
          <p:cNvSpPr txBox="1"/>
          <p:nvPr/>
        </p:nvSpPr>
        <p:spPr>
          <a:xfrm>
            <a:off x="488172" y="1361107"/>
            <a:ext cx="10989514" cy="437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📌 </a:t>
            </a:r>
            <a:r>
              <a:rPr b="1"/>
              <a:t>Objective</a:t>
            </a:r>
            <a:br>
              <a:rPr b="1"/>
            </a:br>
          </a:p>
          <a:p>
            <a:pPr>
              <a:defRPr>
                <a:solidFill>
                  <a:srgbClr val="FFFFFF"/>
                </a:solidFill>
              </a:defRPr>
            </a:pPr>
            <a:r>
              <a:t>Perform data preprocessing and prepare datasets for analysis.</a:t>
            </a:r>
            <a:br/>
          </a:p>
          <a:p>
            <a:pPr>
              <a:defRPr>
                <a:solidFill>
                  <a:srgbClr val="FFFFFF"/>
                </a:solidFill>
              </a:defRPr>
            </a:pPr>
            <a:r>
              <a:t>📌 </a:t>
            </a:r>
            <a:r>
              <a:rPr b="1"/>
              <a:t>Key Work</a:t>
            </a:r>
            <a:br>
              <a:rPr b="1"/>
            </a:br>
          </a:p>
          <a:p>
            <a:pPr>
              <a:defRPr>
                <a:solidFill>
                  <a:srgbClr val="FFFFFF"/>
                </a:solidFill>
              </a:defRPr>
            </a:pPr>
            <a:r>
              <a:t>- Data cleaning using Python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Handling missing values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Data transformation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Initial exploratory insights</a:t>
            </a:r>
            <a:br/>
          </a:p>
          <a:p>
            <a:pPr>
              <a:defRPr>
                <a:solidFill>
                  <a:srgbClr val="FFFFFF"/>
                </a:solidFill>
              </a:defRPr>
            </a:pPr>
            <a:r>
              <a:t>📌 </a:t>
            </a:r>
            <a:r>
              <a:rPr b="1"/>
              <a:t>Tools Used</a:t>
            </a:r>
            <a:br>
              <a:rPr b="1"/>
            </a:br>
          </a:p>
          <a:p>
            <a:pPr>
              <a:defRPr>
                <a:solidFill>
                  <a:srgbClr val="FFFFFF"/>
                </a:solidFill>
              </a:defRPr>
            </a:pPr>
            <a:r>
              <a:t>Python • Pandas • Jupyter Notebook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1"/>
          <p:cNvSpPr txBox="1"/>
          <p:nvPr/>
        </p:nvSpPr>
        <p:spPr>
          <a:xfrm>
            <a:off x="311191" y="216310"/>
            <a:ext cx="3497334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Task – 2 Summary :</a:t>
            </a:r>
          </a:p>
        </p:txBody>
      </p:sp>
      <p:sp>
        <p:nvSpPr>
          <p:cNvPr id="184" name="TextBox 2"/>
          <p:cNvSpPr txBox="1"/>
          <p:nvPr/>
        </p:nvSpPr>
        <p:spPr>
          <a:xfrm>
            <a:off x="2995396" y="786581"/>
            <a:ext cx="5099993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Exploratory Data Analysis &amp; Business Intelligence</a:t>
            </a:r>
          </a:p>
        </p:txBody>
      </p:sp>
      <p:sp>
        <p:nvSpPr>
          <p:cNvPr id="185" name="TextBox 3"/>
          <p:cNvSpPr txBox="1"/>
          <p:nvPr/>
        </p:nvSpPr>
        <p:spPr>
          <a:xfrm>
            <a:off x="478339" y="1892049"/>
            <a:ext cx="10989514" cy="437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📌 </a:t>
            </a:r>
            <a:r>
              <a:rPr b="1"/>
              <a:t>Objective</a:t>
            </a:r>
            <a:br>
              <a:rPr b="1"/>
            </a:br>
          </a:p>
          <a:p>
            <a:pPr>
              <a:defRPr>
                <a:solidFill>
                  <a:srgbClr val="FFFFFF"/>
                </a:solidFill>
              </a:defRPr>
            </a:pPr>
            <a:r>
              <a:t>Analyze the </a:t>
            </a:r>
            <a:r>
              <a:rPr b="1"/>
              <a:t>Walmart Retail Sales Dataset</a:t>
            </a:r>
            <a:r>
              <a:t> to uncover business insights.</a:t>
            </a:r>
            <a:br/>
          </a:p>
          <a:p>
            <a:pPr>
              <a:defRPr>
                <a:solidFill>
                  <a:srgbClr val="FFFFFF"/>
                </a:solidFill>
              </a:defRPr>
            </a:pPr>
            <a:r>
              <a:t>📌 </a:t>
            </a:r>
            <a:r>
              <a:rPr b="1"/>
              <a:t>Key Work</a:t>
            </a:r>
            <a:br>
              <a:rPr b="1"/>
            </a:br>
          </a:p>
          <a:p>
            <a:pPr>
              <a:defRPr>
                <a:solidFill>
                  <a:srgbClr val="FFFFFF"/>
                </a:solidFill>
              </a:defRPr>
            </a:pPr>
            <a:r>
              <a:t>- Exploratory Data Analysis (EDA)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SQL business queries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Multivariate analysis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Data visualization</a:t>
            </a:r>
            <a:br/>
          </a:p>
          <a:p>
            <a:pPr>
              <a:defRPr>
                <a:solidFill>
                  <a:srgbClr val="FFFFFF"/>
                </a:solidFill>
              </a:defRPr>
            </a:pPr>
            <a:r>
              <a:t>📌 </a:t>
            </a:r>
            <a:r>
              <a:rPr b="1"/>
              <a:t>Tools Used</a:t>
            </a:r>
            <a:br>
              <a:rPr b="1"/>
            </a:br>
          </a:p>
          <a:p>
            <a:pPr>
              <a:defRPr>
                <a:solidFill>
                  <a:srgbClr val="FFFFFF"/>
                </a:solidFill>
              </a:defRPr>
            </a:pPr>
            <a:r>
              <a:t>Python • Pandas • SQL • Matplotlib • Seaborn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Box 1"/>
          <p:cNvSpPr txBox="1"/>
          <p:nvPr/>
        </p:nvSpPr>
        <p:spPr>
          <a:xfrm>
            <a:off x="311191" y="216310"/>
            <a:ext cx="3497334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Task – 3 Summary :</a:t>
            </a:r>
          </a:p>
        </p:txBody>
      </p:sp>
      <p:sp>
        <p:nvSpPr>
          <p:cNvPr id="188" name="TextBox 2"/>
          <p:cNvSpPr txBox="1"/>
          <p:nvPr/>
        </p:nvSpPr>
        <p:spPr>
          <a:xfrm>
            <a:off x="2995396" y="786581"/>
            <a:ext cx="5099993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Deep Dive Analysis &amp; Interactive Dashboard</a:t>
            </a:r>
          </a:p>
        </p:txBody>
      </p:sp>
      <p:sp>
        <p:nvSpPr>
          <p:cNvPr id="189" name="TextBox 3"/>
          <p:cNvSpPr txBox="1"/>
          <p:nvPr/>
        </p:nvSpPr>
        <p:spPr>
          <a:xfrm>
            <a:off x="478339" y="1892049"/>
            <a:ext cx="10989514" cy="437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📌 </a:t>
            </a:r>
            <a:r>
              <a:rPr b="1"/>
              <a:t>Objective</a:t>
            </a:r>
            <a:br>
              <a:rPr b="1"/>
            </a:br>
          </a:p>
          <a:p>
            <a:pPr>
              <a:defRPr>
                <a:solidFill>
                  <a:srgbClr val="FFFFFF"/>
                </a:solidFill>
              </a:defRPr>
            </a:pPr>
            <a:r>
              <a:t>Perform advanced analysis on the </a:t>
            </a:r>
            <a:r>
              <a:rPr b="1"/>
              <a:t>Olist E-Commerce Dataset</a:t>
            </a:r>
            <a:r>
              <a:t> and create an interactive dashboard.</a:t>
            </a:r>
            <a:br/>
          </a:p>
          <a:p>
            <a:pPr>
              <a:defRPr>
                <a:solidFill>
                  <a:srgbClr val="FFFFFF"/>
                </a:solidFill>
              </a:defRPr>
            </a:pPr>
            <a:r>
              <a:t>📌 </a:t>
            </a:r>
            <a:r>
              <a:rPr b="1"/>
              <a:t>Key Work</a:t>
            </a:r>
            <a:br>
              <a:rPr b="1"/>
            </a:br>
          </a:p>
          <a:p>
            <a:pPr>
              <a:defRPr>
                <a:solidFill>
                  <a:srgbClr val="FFFFFF"/>
                </a:solidFill>
              </a:defRPr>
            </a:pPr>
            <a:r>
              <a:t>- Data merging and preprocessing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KPI creation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Business trend analysis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Power BI interactive dashboard</a:t>
            </a:r>
            <a:br/>
          </a:p>
          <a:p>
            <a:pPr>
              <a:defRPr>
                <a:solidFill>
                  <a:srgbClr val="FFFFFF"/>
                </a:solidFill>
              </a:defRPr>
            </a:pPr>
            <a:r>
              <a:t>📌 </a:t>
            </a:r>
            <a:r>
              <a:rPr b="1"/>
              <a:t>Tools Used</a:t>
            </a:r>
            <a:br>
              <a:rPr b="1"/>
            </a:br>
          </a:p>
          <a:p>
            <a:pPr>
              <a:defRPr>
                <a:solidFill>
                  <a:srgbClr val="FFFFFF"/>
                </a:solidFill>
              </a:defRPr>
            </a:pPr>
            <a:r>
              <a:t>Python • Pandas • Power BI • Data Visualization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1"/>
          <p:cNvSpPr txBox="1"/>
          <p:nvPr/>
        </p:nvSpPr>
        <p:spPr>
          <a:xfrm>
            <a:off x="311191" y="216310"/>
            <a:ext cx="3497334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Task – 4 Summary :</a:t>
            </a:r>
          </a:p>
        </p:txBody>
      </p:sp>
      <p:sp>
        <p:nvSpPr>
          <p:cNvPr id="192" name="TextBox 2"/>
          <p:cNvSpPr txBox="1"/>
          <p:nvPr/>
        </p:nvSpPr>
        <p:spPr>
          <a:xfrm>
            <a:off x="3546004" y="810965"/>
            <a:ext cx="5099993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A/B Testing &amp; Statistical Validation</a:t>
            </a:r>
          </a:p>
        </p:txBody>
      </p:sp>
      <p:sp>
        <p:nvSpPr>
          <p:cNvPr id="193" name="TextBox 3"/>
          <p:cNvSpPr txBox="1"/>
          <p:nvPr/>
        </p:nvSpPr>
        <p:spPr>
          <a:xfrm>
            <a:off x="478339" y="1892049"/>
            <a:ext cx="10989514" cy="437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📌 </a:t>
            </a:r>
            <a:r>
              <a:rPr b="1"/>
              <a:t>Objective</a:t>
            </a:r>
            <a:br>
              <a:rPr b="1"/>
            </a:br>
          </a:p>
          <a:p>
            <a:pPr>
              <a:defRPr>
                <a:solidFill>
                  <a:srgbClr val="FFFFFF"/>
                </a:solidFill>
              </a:defRPr>
            </a:pPr>
            <a:r>
              <a:t>Evaluate whether a </a:t>
            </a:r>
            <a:r>
              <a:rPr b="1"/>
              <a:t>new landing page increases conversion rate</a:t>
            </a:r>
            <a:r>
              <a:t> using statistical testing.</a:t>
            </a:r>
          </a:p>
          <a:p>
            <a:pPr>
              <a:defRPr>
                <a:solidFill>
                  <a:srgbClr val="FFFFFF"/>
                </a:solidFill>
              </a:defRPr>
            </a:pPr>
          </a:p>
          <a:p>
            <a:pPr>
              <a:defRPr>
                <a:solidFill>
                  <a:srgbClr val="FFFFFF"/>
                </a:solidFill>
              </a:defRPr>
            </a:pPr>
            <a:r>
              <a:t>📌 </a:t>
            </a:r>
            <a:r>
              <a:rPr b="1"/>
              <a:t>Key Work</a:t>
            </a:r>
            <a:br>
              <a:rPr b="1"/>
            </a:br>
          </a:p>
          <a:p>
            <a:pPr>
              <a:defRPr>
                <a:solidFill>
                  <a:srgbClr val="FFFFFF"/>
                </a:solidFill>
              </a:defRPr>
            </a:pPr>
            <a:r>
              <a:t>- Conversion rate analysis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Hypothesis formulation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Z-test for proportions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Business decision making</a:t>
            </a:r>
            <a:br/>
          </a:p>
          <a:p>
            <a:pPr>
              <a:defRPr>
                <a:solidFill>
                  <a:srgbClr val="FFFFFF"/>
                </a:solidFill>
              </a:defRPr>
            </a:pPr>
            <a:r>
              <a:t>📌 </a:t>
            </a:r>
            <a:r>
              <a:rPr b="1"/>
              <a:t>Tools Used</a:t>
            </a:r>
            <a:br>
              <a:rPr b="1"/>
            </a:br>
          </a:p>
          <a:p>
            <a:pPr>
              <a:defRPr>
                <a:solidFill>
                  <a:srgbClr val="FFFFFF"/>
                </a:solidFill>
              </a:defRPr>
            </a:pPr>
            <a:r>
              <a:t>Python • Statistics • Hypothesis Testing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1"/>
          <p:cNvSpPr txBox="1"/>
          <p:nvPr/>
        </p:nvSpPr>
        <p:spPr>
          <a:xfrm>
            <a:off x="674984" y="314632"/>
            <a:ext cx="2799245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Skills Developed :</a:t>
            </a:r>
          </a:p>
        </p:txBody>
      </p:sp>
      <p:sp>
        <p:nvSpPr>
          <p:cNvPr id="196" name="TextBox 2"/>
          <p:cNvSpPr txBox="1"/>
          <p:nvPr/>
        </p:nvSpPr>
        <p:spPr>
          <a:xfrm>
            <a:off x="802803" y="983226"/>
            <a:ext cx="4657543" cy="213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- SQL Queries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Data Cleaning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Exploratory Data Analysis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Power BI Dashboard Development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A/B Testing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Hypothesis Testing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Data Storytelling</a:t>
            </a:r>
          </a:p>
        </p:txBody>
      </p:sp>
      <p:sp>
        <p:nvSpPr>
          <p:cNvPr id="197" name="TextBox 3"/>
          <p:cNvSpPr txBox="1"/>
          <p:nvPr/>
        </p:nvSpPr>
        <p:spPr>
          <a:xfrm>
            <a:off x="674984" y="3283973"/>
            <a:ext cx="3143374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Tools Used :</a:t>
            </a:r>
          </a:p>
        </p:txBody>
      </p:sp>
      <p:sp>
        <p:nvSpPr>
          <p:cNvPr id="198" name="TextBox 4"/>
          <p:cNvSpPr txBox="1"/>
          <p:nvPr/>
        </p:nvSpPr>
        <p:spPr>
          <a:xfrm>
            <a:off x="802804" y="3864076"/>
            <a:ext cx="4421566" cy="272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- Python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Pandas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NumPy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Matplotlib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Seaborn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SQL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Power BI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Jupyter Notebook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- GitHub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0000FF"/>
      </a:hlink>
      <a:folHlink>
        <a:srgbClr val="FF00FF"/>
      </a:folHlink>
    </a:clrScheme>
    <a:fontScheme name="Slate">
      <a:majorFont>
        <a:latin typeface="Calisto MT"/>
        <a:ea typeface="Calisto MT"/>
        <a:cs typeface="Calisto MT"/>
      </a:majorFont>
      <a:minorFont>
        <a:latin typeface="Helvetica"/>
        <a:ea typeface="Helvetica"/>
        <a:cs typeface="Helvetica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63500" dist="25400" dir="5400000">
              <a:srgbClr val="000000">
                <a:alpha val="60000"/>
              </a:srgbClr>
            </a:outerShdw>
          </a:effectLst>
        </a:effectStyle>
        <a:effectStyle>
          <a:effectLst>
            <a:outerShdw sx="100000" sy="100000" kx="0" ky="0" algn="b" rotWithShape="0" blurRad="63500" dist="25400" dir="540000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rnd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63500" dist="25400" dir="5400000">
            <a:srgbClr val="000000">
              <a:alpha val="6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sto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5875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sto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0000FF"/>
      </a:hlink>
      <a:folHlink>
        <a:srgbClr val="FF00FF"/>
      </a:folHlink>
    </a:clrScheme>
    <a:fontScheme name="Slate">
      <a:majorFont>
        <a:latin typeface="Calisto MT"/>
        <a:ea typeface="Calisto MT"/>
        <a:cs typeface="Calisto MT"/>
      </a:majorFont>
      <a:minorFont>
        <a:latin typeface="Helvetica"/>
        <a:ea typeface="Helvetica"/>
        <a:cs typeface="Helvetica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63500" dist="25400" dir="5400000">
              <a:srgbClr val="000000">
                <a:alpha val="60000"/>
              </a:srgbClr>
            </a:outerShdw>
          </a:effectLst>
        </a:effectStyle>
        <a:effectStyle>
          <a:effectLst>
            <a:outerShdw sx="100000" sy="100000" kx="0" ky="0" algn="b" rotWithShape="0" blurRad="63500" dist="25400" dir="540000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rnd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63500" dist="25400" dir="5400000">
            <a:srgbClr val="000000">
              <a:alpha val="6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sto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5875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sto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